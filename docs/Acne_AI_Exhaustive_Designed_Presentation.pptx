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ACNE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AI-Powered Acne Severity Analysis and Personalized Treatment Recommendation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708660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6812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676656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Built an end-to-end clinical-assist web platform for acne screening: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Image capture/upload + face validation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Severity classification: Mild / Moderate / Severe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Confidence-aware output with Inconclusive safeguard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Personalized skincare plan and progress tracking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Stack: Next.js 16, Flask, EfficientNetV2-S, MediaPipe, OpenCV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057400"/>
            <a:ext cx="347472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Team Details</a:t>
            </a:r>
          </a:p>
          <a:p>
            <a:pPr>
              <a:defRPr b="1" sz="1000">
                <a:solidFill>
                  <a:srgbClr val="334155"/>
                </a:solidFill>
              </a:defRPr>
            </a:pPr>
            <a:r>
              <a:t>Team | Roll Number | Name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AI-01 | 24BD1A05K6 | Y BHAGGYESH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AI-01 | 24BD1A0577 | N SANJAY KRISHNA REDDY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AI-01 | 24BD1A0577 | P SANJAY VARMA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AI-01 | 24BD1A057R | T NIHAR VARMA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AI-01 | 25BD5A0526 | R ADITHYA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Mentor: Update name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Domain Head: Update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514600"/>
            <a:ext cx="315468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1) Problem &amp; Objectives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2) Dataset &amp; Methodology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3) Architecture &amp; Workflow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4) Results &amp; Evaluation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5) Challenges, Ethics, 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Milestone-1 Review Narrative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Section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07492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1. Problem Statement and Objective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2. Dataset Curation and Preprocessing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3. Model Architecture and Training Strategy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4. Why EfficientNetV2-S (vs alternatives)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2920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Section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7091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5. End-to-End System Architecture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6. Module-Level Implementation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7. Performance Metrics and Validation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8. Status, Learnings, and Roadmap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9. Viva Questions and Defense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Problem Statement and Importance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0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Why This Problem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699516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Acne affects ~85% of adolescents and remains under-supported in early screening.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Access gap: dermatologist access is delayed or unavailable for many users.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Risk: untreated severe acne can cause permanent scarring and mental distress.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Current gap: generic online advice is not severity-aware or personalized.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28800"/>
            <a:ext cx="324612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202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Impact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292608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Instant preliminary screening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Early referral for severe cases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Low-cost access at scale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Confidence-aware responsible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Objectives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t>Primary Objectives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Capture image from webcam/upload and validate quality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Detect face region and run severity classifier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Generate confidence score and uncertainty safeguard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Recommend AM/PM routines and ingredient-level guidance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Store scan history for progress tracking</a:t>
            </a:r>
          </a:p>
          <a:p>
            <a:pPr>
              <a:defRPr sz="1500">
                <a:solidFill>
                  <a:srgbClr val="334155"/>
                </a:solidFill>
              </a:defRPr>
            </a:pPr>
            <a:r>
              <a:t>Milestone-1 Scope Completed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Frontend workflow integrated with Flask inference API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Training/evaluation scripts and model assets prepared</a:t>
            </a:r>
          </a:p>
          <a:p>
            <a:pPr lvl="1">
              <a:defRPr sz="1500">
                <a:solidFill>
                  <a:srgbClr val="334155"/>
                </a:solidFill>
              </a:defRPr>
            </a:pPr>
            <a:r>
              <a:t>Containerization baseline (Docker + deployment configs)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Dataset and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Dataset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749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Source: public acne datasets (Kaggle + curated repositories)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Classes: Mild, Moderate, Severe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Images: ~10K+ raw images before balancing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Imbalance issue: Severe class underrepresented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Balancing: targeted augmentation and oversampling for severe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Preprocessing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006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1. MediaPipe face detection + padded crop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2. Fallback skin-region validation when face not detected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3. Resize and normalize for model input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4. Batch tensor conversion for inference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5. Robust handling for invalid/non-face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Model Architecture and Training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864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16636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Backbone: EfficientNetV2-S (ImageNet pretrained)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Head: Global pooling + Dense + Dropout + Softmax(3)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Output: P(Mild), P(Moderate), P(Severe)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Safety rule: confidence &lt; 40% =&gt; Inconclusive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0292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9202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Training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0916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Phase 1: feature extraction (head-only training)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Phase 2: partial fine-tuning of backbone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Regularization: augmentation + dropout + class balancing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Optimization: Adam/AdamW with LR scheduling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Evaluation: precision, recall, F1, and confusion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Why EfficientNetV2-S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39496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Comparison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749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VGG16: too heavy and slower convergence on limited medical data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ResNet50: strong baseline but lower efficiency tradeoff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EfficientNetB4: good accuracy, slower than V2 for training cycles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ViT: data-hungry; prone to overfitting at this dataset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Selection 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006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Best balance of accuracy, speed, and parameter efficiency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Fused-MBConv boosts training speed vs older variants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Transfer learning works well for moderate-sized datasets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Suitable for deployment-focused inference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Frontend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15468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Next.js app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Analyze, Quiz, History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Camera/Upload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2461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11680"/>
            <a:ext cx="320040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1031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68880"/>
            <a:ext cx="288036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Flask /predict endpoint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Input validation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JSON response formatting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2461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011680"/>
            <a:ext cx="29260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1031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468880"/>
            <a:ext cx="2606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Face Detection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Severity Model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Recommendation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Inference Workflow and Response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</a:defRPr>
            </a:pPr>
            <a:r>
              <a:t>Workflow</a:t>
            </a:r>
          </a:p>
          <a:p>
            <a:pPr lvl="1">
              <a:defRPr sz="1400">
                <a:solidFill>
                  <a:srgbClr val="334155"/>
                </a:solidFill>
              </a:defRPr>
            </a:pPr>
            <a:r>
              <a:t>Receive image + profile context</a:t>
            </a:r>
          </a:p>
          <a:p>
            <a:pPr lvl="1">
              <a:defRPr sz="1400">
                <a:solidFill>
                  <a:srgbClr val="334155"/>
                </a:solidFill>
              </a:defRPr>
            </a:pPr>
            <a:r>
              <a:t>Face detect and crop relevant region</a:t>
            </a:r>
          </a:p>
          <a:p>
            <a:pPr lvl="1">
              <a:defRPr sz="1400">
                <a:solidFill>
                  <a:srgbClr val="334155"/>
                </a:solidFill>
              </a:defRPr>
            </a:pPr>
            <a:r>
              <a:t>Preprocess and run severity classifier</a:t>
            </a:r>
          </a:p>
          <a:p>
            <a:pPr lvl="1">
              <a:defRPr sz="1400">
                <a:solidFill>
                  <a:srgbClr val="334155"/>
                </a:solidFill>
              </a:defRPr>
            </a:pPr>
            <a:r>
              <a:t>Compute confidence and apply safety threshold</a:t>
            </a:r>
          </a:p>
          <a:p>
            <a:pPr lvl="1">
              <a:defRPr sz="1400">
                <a:solidFill>
                  <a:srgbClr val="334155"/>
                </a:solidFill>
              </a:defRPr>
            </a:pPr>
            <a:r>
              <a:t>Map severity + skin profile to recommendation</a:t>
            </a:r>
          </a:p>
          <a:p>
            <a:pPr lvl="1">
              <a:defRPr sz="1400">
                <a:solidFill>
                  <a:srgbClr val="334155"/>
                </a:solidFill>
              </a:defRPr>
            </a:pPr>
            <a:r>
              <a:t>Return structured report to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75488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92024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Output 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43484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Fields returned: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predicted_severity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confidence_score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inconclusive_flag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recommended_routine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ingredients_to_use / avoid</a:t>
            </a:r>
          </a:p>
          <a:p>
            <a:pPr lvl="1">
              <a:defRPr sz="1200">
                <a:solidFill>
                  <a:srgbClr val="334155"/>
                </a:solidFill>
              </a:defRPr>
            </a:pPr>
            <a:r>
              <a:t>timeline + follow-up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Performance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77.3%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Validation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288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3852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~76.4%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F1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</a:defRPr>
            </a:pPr>
            <a:r>
              <a:t>85.5%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2880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9385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69.1%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231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290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20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48920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High precision indicates reliable positive predictions.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Recall is lower due to hard borderline cases and class overlap.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Confidence-based inconclusive output reduces unsafe overclaims.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29000"/>
            <a:ext cx="48920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52044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Reviewer Defense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86200"/>
            <a:ext cx="45720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Clinical utility over raw accuracy maximization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Safety-oriented uncertainty handling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Designed for triage support, not medical diagnosis replacement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Challenges and Mitigation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8348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Dataset imbalance for severe acne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Lighting variability and low-quality user images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False positives on non-face or partial-face images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Generalization risk across skin tones and devices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Mitigation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006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Class balancing and targeted augmentation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Face detection + quality/skin checks before inference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Confidence threshold with Inconclusive label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Modular pipeline for iterative retraining and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Project Status and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Completed (Milestone-1)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8348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Core app pages and user flow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Backend prediction pipeline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Model training/evaluation scripts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Recommendation engine integration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Dockerized deployment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Next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0060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Improve recall with hard-example mining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Add stronger validation on real-world captures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Expand explainability and report visualizations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Finalize deployment + monitoring + user feedback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F172A"/>
                </a:solidFill>
              </a:defRPr>
            </a:pPr>
            <a:r>
              <a:t>Key Learnings and Viva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669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Key 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3492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Built full-stack AI system from dataset to deployment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Applied transfer learning for practical healthcare problem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Learned to design for safety, not just peak metrics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Strengthened collaboration through modular repo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47548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192024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Likely Review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4348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t>Why EfficientNetV2-S over ViT/ResNet?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How do you handle low confidence predictions?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How is fairness and bias considered?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How will you improve recall in next phase?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"/>
            <a:ext cx="12192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509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06324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748B"/>
                </a:solidFill>
              </a:defRPr>
            </a:pPr>
            <a:r>
              <a:t>Acne AI Team | Questions and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4069080"/>
            <a:ext cx="42062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Acne AI | Milestone-1 Review | KR24 RTRP II-II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21792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27-Mar-2026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456</Words>
  <Application>Microsoft Office PowerPoint</Application>
  <PresentationFormat>Widescreen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Stravis2 </cp:lastModifiedBy>
  <cp:revision>27</cp:revision>
  <dcterms:created xsi:type="dcterms:W3CDTF">2024-06-11T09:24:19Z</dcterms:created>
  <dcterms:modified xsi:type="dcterms:W3CDTF">2026-03-23T07:03:49Z</dcterms:modified>
</cp:coreProperties>
</file>